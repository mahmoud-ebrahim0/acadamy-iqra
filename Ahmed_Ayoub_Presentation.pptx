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40080"/>
            <a:ext cx="438912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ELECTRICAL POWER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 Ayoub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Introduction &amp; Career Goals Presentation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5056632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20040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
</a:t>
            </a:r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Tanta University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3017520"/>
            <a:ext cx="5056632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20040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
</a:t>
            </a:r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of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389120"/>
            <a:ext cx="5056632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57200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
</a:t>
            </a:r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Electrical Power 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4389120"/>
            <a:ext cx="5056632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57200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
</a:t>
            </a:r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1st Year Student (Freshman)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Me &amp; Academic Profile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PROFILE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Name: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 Ayoub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University: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Tanta University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Faculty: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of Engineering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Department: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Electrical Power Engineering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Academic Year: 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1st Year Student (Freshman)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39512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27632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Tanta University — Faculty of Engineering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670048"/>
            <a:ext cx="5239512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834640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Electrical Power Engineering Department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3877056"/>
            <a:ext cx="5239512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41648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LEVEL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Year Student (1st Year)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5084064"/>
            <a:ext cx="5239512" cy="1078992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5248656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PASSION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Voltage (MV) Switchgear &amp; Distribution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Engineering Goals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28416" cy="475488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9164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91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Base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27797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63240"/>
            <a:ext cx="2779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Master electrical power engineering basics.
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Study circuits, transformers &amp; electrical machines.
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 a solid technical foundation.
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70832" y="1463040"/>
            <a:ext cx="3328416" cy="475488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169164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1691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5152" y="22402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 Switchgear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45152" y="2880360"/>
            <a:ext cx="27797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063240"/>
            <a:ext cx="2779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Specialize in Medium Voltage Switchgear.
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Master power distribution networks.
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Learn protection relays &amp; circuit breakers.
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10144" y="1463040"/>
            <a:ext cx="3328416" cy="475488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69164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691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84464" y="22402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Training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84464" y="2880360"/>
            <a:ext cx="27797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3063240"/>
            <a:ext cx="2779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Summer engineering internships.
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Site visits to electrical substations.
</a:t>
            </a:r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 hands-on engineering projects.
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PHASE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Certifications &amp; Software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CERTIFICATIONS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14884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ABB
</a:t>
            </a:r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 Switchgear, Protection Relays &amp; Automation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38328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Schneider Electric
</a:t>
            </a:r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Distribution &amp; EcoStruxure Systems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61772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754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Siemens
</a:t>
            </a:r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System Analysis &amp; Smart Energy Solutions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239512" cy="475488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9164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SOFTWARE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2148840"/>
            <a:ext cx="4782312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258568"/>
            <a:ext cx="4416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AutoCAD Electrical
</a:t>
            </a:r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Schematics &amp; Panel Layout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3081528"/>
            <a:ext cx="4782312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191256"/>
            <a:ext cx="4416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
</a:t>
            </a:r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Flow &amp; Short Circuit Analysis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6520" y="4014216"/>
            <a:ext cx="4782312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123944"/>
            <a:ext cx="4416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DIgSILENT PowerFactory
</a:t>
            </a:r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Stability &amp; Modeling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46520" y="4946904"/>
            <a:ext cx="4782312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5056632"/>
            <a:ext cx="4416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&amp; Simulink
</a:t>
            </a:r>
            <a:pPr indent="0" marL="0">
              <a:lnSpc>
                <a:spcPts val="1200"/>
              </a:lnSpc>
              <a:buNone/>
            </a:pPr>
            <a:r>
              <a:rPr lang="en-US" sz="1150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System Simulations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PHASE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Skills, Leadership &amp; Safety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&amp; Soft Skills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240280"/>
            <a:ext cx="4480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6888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Technical problem solving skills.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Clear engineering communication.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Team leadership &amp; project management.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&amp; System Reliability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19672" y="2240280"/>
            <a:ext cx="4480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46888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Follow IEC &amp; IEEE safety standards.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Design reliable power grid networks.
</a:t>
            </a:r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Minimize power loss &amp; maximize efficiency.
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PHASE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28416" cy="475488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9164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91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2779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Company in Egypt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27797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63240"/>
            <a:ext cx="2779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 for a top engineering firm in Egypt (Elsewedy, Schneider, or Siemens) to gain field experience.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0832" y="1463040"/>
            <a:ext cx="3328416" cy="475488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169164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1691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5152" y="2194560"/>
            <a:ext cx="2779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 Career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45152" y="2880360"/>
            <a:ext cx="27797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063240"/>
            <a:ext cx="2779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Expand career internationally, joining global power infrastructure &amp; energy consultancies.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10144" y="1463040"/>
            <a:ext cx="3328416" cy="475488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69164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691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84464" y="2194560"/>
            <a:ext cx="2779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Mega Projects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84464" y="2880360"/>
            <a:ext cx="27797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3063240"/>
            <a:ext cx="2779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Become a Senior Lead Electrical Power Engineer directing large-scale power projects.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Technologies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10725912" cy="1353312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101772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Renewable Energy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Solar PV, Wind Energy &amp; Battery Storage Systems (BESS).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999232"/>
            <a:ext cx="10725912" cy="1353312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101772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Smart Grids &amp; Microgrids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Demand Response &amp; Smart Metering Infrastructure.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535424"/>
            <a:ext cx="10725912" cy="1353312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18304"/>
            <a:ext cx="101772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7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Digital Substations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IEC 61850 Protocol &amp; Intelligent Electronic Devices (IEDs).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475488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55448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828800" y="24688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Designing Safe, Reliable &amp; Efficient Power Systems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0" y="3108960"/>
            <a:ext cx="395935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383280"/>
            <a:ext cx="85313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 Ayoub
</a:t>
            </a:r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Tanta University — Faculty of Engineering
</a:t>
            </a:r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Electrical Power Engineering Department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Ahmed Ayoub - Electrical Power Engineering Presentation</dc:title>
  <dc:subject>PptxGenJS Presentation</dc:subject>
  <dc:creator>Ahmed Ayoub</dc:creator>
  <cp:lastModifiedBy>Ahmed Ayoub</cp:lastModifiedBy>
  <cp:revision>1</cp:revision>
  <dcterms:created xsi:type="dcterms:W3CDTF">2026-07-23T18:03:27Z</dcterms:created>
  <dcterms:modified xsi:type="dcterms:W3CDTF">2026-07-23T18:03:27Z</dcterms:modified>
</cp:coreProperties>
</file>